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202400" cy="5120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371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0"/>
              <a:t>EDUCONNECT 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645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/>
              <a:t>Plataforma Educativa Accesible y Colaborativa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645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/>
              <a:t>1.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0"/>
            <a:ext cx="1645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/>
              <a:t>2. Problema / Hipótesis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0"/>
            <a:ext cx="1645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/>
              <a:t>3. Metodología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0"/>
            <a:ext cx="1645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/>
              <a:t>4. Desarrollo y Tecnología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0"/>
            <a:ext cx="1645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/>
              <a:t>5. Figuras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0"/>
            <a:ext cx="1645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/>
              <a:t>6. Resultados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0"/>
            <a:ext cx="1645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/>
              <a:t>7. Conclusiones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0"/>
            <a:ext cx="1645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/>
              <a:t>8. Trabajo a Futuro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0"/>
            <a:ext cx="1645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/>
              <a:t>9. Bibliografía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